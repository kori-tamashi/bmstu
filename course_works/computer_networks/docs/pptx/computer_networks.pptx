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2423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6655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178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07102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261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47844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964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9947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962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913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705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A516E-D1B1-4058-873D-2A1C4BFBBFEF}" type="datetimeFigureOut">
              <a:rPr lang="ru-RU" smtClean="0"/>
              <a:t>02.10.2025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1DAB9B-D7ED-470E-AF7D-962C38E0D4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9722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383177"/>
            <a:ext cx="121919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МОСКОВСКИЙ ГОСУДАРСТВЕННЫЙ ТЕХНИЧЕСКИЙ УНИВЕРСИТЕТ ИМЕНИ Н. Э. БАУМАНА (НАЦИОНАЛЬНЫЙ ИССЛЕДОВАТЕЛЬСКИЙ УНИВЕРСИТЕТ)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2603861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Сервер для отдачи статического содержимого</a:t>
            </a:r>
            <a:r>
              <a:rPr lang="ru-RU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</a:t>
            </a:r>
            <a:endParaRPr lang="ru-RU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85797" y="4473820"/>
            <a:ext cx="3546569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Сальников М. А.</a:t>
            </a: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Группа: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ИУ7-74Б</a:t>
            </a:r>
            <a:endParaRPr lang="ru-RU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Клочков М.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648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78970" y="688683"/>
            <a:ext cx="11234059" cy="3903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 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сервера для отдачи статического содержимого с диска по протоколу HTTP с использованием механизмов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5000"/>
              </a:lnSpc>
            </a:pP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предметной области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анализ используемого набора механизмов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архитектуру разрабатываемого сервера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средства реализации и реализовать сервер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тестирование разработанного сервера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провести исследование разработанного сервера.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056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сервера. Диаграмма контекста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69921"/>
            <a:ext cx="12192000" cy="3118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80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сервера. Диаграмма контейнеров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23996"/>
            <a:ext cx="12192000" cy="461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897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сервера. Диаграмма компонента «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Главный процесс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99032"/>
            <a:ext cx="12192000" cy="5112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40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сервера. Диаграмма компонента «Рабочий 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</a:t>
            </a:r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0330"/>
            <a:ext cx="12192000" cy="411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554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Алгоритмы работы сервера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Группа 7"/>
          <p:cNvGrpSpPr/>
          <p:nvPr/>
        </p:nvGrpSpPr>
        <p:grpSpPr>
          <a:xfrm>
            <a:off x="241293" y="627716"/>
            <a:ext cx="11915871" cy="5322859"/>
            <a:chOff x="241293" y="767060"/>
            <a:chExt cx="11915871" cy="5322859"/>
          </a:xfrm>
        </p:grpSpPr>
        <p:pic>
          <p:nvPicPr>
            <p:cNvPr id="6" name="Рисунок 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1293" y="767060"/>
              <a:ext cx="4465790" cy="4370997"/>
            </a:xfrm>
            <a:prstGeom prst="rect">
              <a:avLst/>
            </a:prstGeom>
          </p:spPr>
        </p:pic>
        <p:pic>
          <p:nvPicPr>
            <p:cNvPr id="5" name="Рисунок 4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5904" y="767060"/>
              <a:ext cx="3620191" cy="4121901"/>
            </a:xfrm>
            <a:prstGeom prst="rect">
              <a:avLst/>
            </a:prstGeom>
          </p:spPr>
        </p:pic>
        <p:pic>
          <p:nvPicPr>
            <p:cNvPr id="3" name="Рисунок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4589" y="767060"/>
              <a:ext cx="4552575" cy="5322859"/>
            </a:xfrm>
            <a:prstGeom prst="rect">
              <a:avLst/>
            </a:prstGeom>
          </p:spPr>
        </p:pic>
      </p:grp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8179017"/>
              </p:ext>
            </p:extLst>
          </p:nvPr>
        </p:nvGraphicFramePr>
        <p:xfrm>
          <a:off x="241293" y="6046366"/>
          <a:ext cx="11915871" cy="70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5278">
                  <a:extLst>
                    <a:ext uri="{9D8B030D-6E8A-4147-A177-3AD203B41FA5}">
                      <a16:colId xmlns:a16="http://schemas.microsoft.com/office/drawing/2014/main" val="1657364228"/>
                    </a:ext>
                  </a:extLst>
                </a:gridCol>
                <a:gridCol w="3248298">
                  <a:extLst>
                    <a:ext uri="{9D8B030D-6E8A-4147-A177-3AD203B41FA5}">
                      <a16:colId xmlns:a16="http://schemas.microsoft.com/office/drawing/2014/main" val="736779396"/>
                    </a:ext>
                  </a:extLst>
                </a:gridCol>
                <a:gridCol w="4772295">
                  <a:extLst>
                    <a:ext uri="{9D8B030D-6E8A-4147-A177-3AD203B41FA5}">
                      <a16:colId xmlns:a16="http://schemas.microsoft.com/office/drawing/2014/main" val="3311410698"/>
                    </a:ext>
                  </a:extLst>
                </a:gridCol>
              </a:tblGrid>
              <a:tr h="702304"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Схема</a:t>
                      </a:r>
                      <a:r>
                        <a:rPr lang="ru-RU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алгоритма запуска сервера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Схема алгоритма</a:t>
                      </a:r>
                      <a:r>
                        <a:rPr lang="ru-RU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передачи нового соединения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Схема алгоритма обработки запроса к серверу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4681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504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сервера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7858" y="1992918"/>
            <a:ext cx="4720358" cy="207386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61" y="1380818"/>
            <a:ext cx="7041899" cy="1334066"/>
          </a:xfrm>
          <a:prstGeom prst="rect">
            <a:avLst/>
          </a:prstGeom>
          <a:ln>
            <a:noFill/>
            <a:prstDash val="lgDashDotDot"/>
          </a:ln>
        </p:spPr>
      </p:pic>
      <p:sp>
        <p:nvSpPr>
          <p:cNvPr id="6" name="TextBox 5"/>
          <p:cNvSpPr txBox="1"/>
          <p:nvPr/>
        </p:nvSpPr>
        <p:spPr>
          <a:xfrm>
            <a:off x="195961" y="2868300"/>
            <a:ext cx="704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обработанный сервером корректный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GET-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237858" y="4153849"/>
            <a:ext cx="4720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обработанный сервером </a:t>
            </a:r>
            <a:b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корректный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HEAD-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60" y="3448284"/>
            <a:ext cx="7041899" cy="15891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5959" y="5124458"/>
            <a:ext cx="7041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Успешно обработанный сервером корректный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POST-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9495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Проведение исследования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85969" y="709697"/>
            <a:ext cx="1140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 параметре сервера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MAX_WORKERS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равным 10 и параметре сервера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MAX_CONNECTIONS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равным 1024 максимальное количество обслуживаемых подключений составляет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10240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5969" y="3770024"/>
            <a:ext cx="539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зависимости времени отдачи данных от количества запросов 1-го клиента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86418" y="3770024"/>
            <a:ext cx="539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График зависимости времени отдачи данных от количества клиентов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5968" y="4728827"/>
            <a:ext cx="114001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отдачи данных по сетевому соединению находится в интервале от 155 Мбайт/сек до 204 Мбайт/сек, среднее значение составляет </a:t>
            </a:r>
            <a:r>
              <a:rPr lang="ru-RU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180 Мбайт/сек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6416" y="1612090"/>
            <a:ext cx="5399735" cy="2157934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968" y="1612090"/>
            <a:ext cx="5399735" cy="2159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373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7086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9952" y="610306"/>
            <a:ext cx="11632096" cy="41379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5000"/>
              </a:lnSpc>
            </a:pP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выполнения данной курсовой работы был разработан сервер для отдачи статического содержимого с диска по протоколу HTTP с использованием механизмов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и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select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25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 процессе разработки были решены все поставленные задачи: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анализ предметной области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 анализ используемого набора механизмов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спроектирована архитектура разрабатываемого сервера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выбраны средства реализации и реализован сервер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тестирование разработанного сервера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25000"/>
              </a:lnSpc>
              <a:buFont typeface="Symbol" panose="05050102010706020507" pitchFamily="18" charset="2"/>
              <a:buChar char="-"/>
            </a:pPr>
            <a:r>
              <a:rPr lang="ru-RU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исследование разработанного сервера.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43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</TotalTime>
  <Words>294</Words>
  <Application>Microsoft Office PowerPoint</Application>
  <PresentationFormat>Широкоэкранный</PresentationFormat>
  <Paragraphs>42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Symbol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Kori Tamashi</dc:creator>
  <cp:lastModifiedBy>Kori Tamashi</cp:lastModifiedBy>
  <cp:revision>12</cp:revision>
  <dcterms:created xsi:type="dcterms:W3CDTF">2025-10-02T09:18:21Z</dcterms:created>
  <dcterms:modified xsi:type="dcterms:W3CDTF">2025-10-02T13:33:32Z</dcterms:modified>
</cp:coreProperties>
</file>